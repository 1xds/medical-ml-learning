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00AEB-3F0A-2A98-D02C-FC3F7105C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5D7A19-FC1B-9112-0A9E-E106BA4AA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EF15F3-D235-9B74-D50F-1ABF825E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8862CA-0371-06F6-ED99-3693751E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C507C-EEF7-F4CA-68C7-F9A9D176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80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71065-4064-A373-76FB-7AB4A321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7A681-DC75-DA20-29EA-196396EFA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4ABE4-1271-663B-4BB3-B85A3059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72B33-D112-9F02-B7DE-3B5D6EC7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1A4C3-439D-460C-2E36-2E067407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2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D9A3D-F03E-E0E8-FBFB-B839992D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0ADB16-BBE1-8CDC-25B6-AA29E0CE4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5ACCF-2817-40B5-9A38-0BAC9804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C3484E-46DE-B6DB-1CD0-AB722927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9919C-186D-DB12-DF94-DBADD570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30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306FE-1782-2D3C-F1BD-AE11E65A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36A48-4DF9-63A7-1486-F6FE3A1F9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573D6-15D6-18A3-E321-EEC2305A8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5E85F-22BC-D406-E5C0-D5C1B7F7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040D0-4A5F-7C3E-1404-BB262661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AB205-90A3-AC41-C572-3521F802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4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AB0CD-3C17-9CC2-84E2-34549E791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A2F770-0BFB-781E-867D-08686C64D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6BA1BA-8797-5CC2-5F38-C34A770F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D60E16-9FE2-4D7B-9524-2DCA34FFA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E5A10B-2785-A9EB-D1CF-0FB2AA179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729A1C-826B-7713-1165-9E7283D2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8B97BC-753A-B2B0-9BE1-78E3BE3E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B8F0CF-42EC-ECA7-FA36-88066C1D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1D8BB-59CA-8DFF-627C-60DE69A5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620D35-C106-DD44-4D58-99E90158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50726D-772A-914F-AE35-0B258955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700D3F-00ED-5650-3569-A960FC1C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54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59E72F-6378-FEAC-3722-A07B854F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A9EB8C-FE3E-591A-9B42-30FD1FF1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B2A85-783E-7A15-31AC-4FBFBABB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53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BE6D8-4E81-1BF4-27E1-9E68FAB1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1151E-E156-AAEA-AAE6-16694FCD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C05B5F-19E7-95BF-7165-29628A99C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B42B98-DD07-9635-A695-55B1167C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0CDA37-8F6E-B7B4-7034-EA68A09B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AC1B4E-D73D-C8D2-0E6D-D474954B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37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09C82-9A94-1B45-3D61-DF146AB8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1BF3E0-5B57-D3BA-9CE9-91D2A0850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670FCD-1872-CB6D-D45B-A903E0D60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300A23-4DDC-1113-A3AB-E86732E0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B1A644-26C8-2F51-A9D9-37B0AB4C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21C1D-019A-8858-A6C4-9D1AE54F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14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AC60B-D4AC-A444-9B70-0BE6910C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4353F9-821A-A7C7-DD50-40035A4A4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A68AD-BCFF-15AC-F05D-DE8A0F7E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F5012-CF28-53C3-0322-9DBEED1D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34FF6E-F16F-055C-09CD-6295BFD8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04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B4CA1D-DCB7-B845-699D-39FEEDB66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FC543F-232A-091A-E613-88175173E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62260A-9BC1-11F5-BABA-8F8FD5EB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4FF21-3EBE-FA22-03CF-8259251A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164DE-2893-C428-E365-08FB8B24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0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F52611-5EA5-E469-4F96-05A4EDA1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679BA2-15FE-7000-65E8-2CDE88FA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C05351-72F5-1550-2FD8-5FD962978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F0D17-235B-4777-B7F3-A2538639D23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27504-6704-B495-70FD-D5D7909CE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E1B2D9-54F3-E2C3-520C-0DA0CDE41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FAB0C-BD85-46B4-92C2-EF640B4AF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43C2E67-2528-A41F-353E-8E026979C6B2}"/>
              </a:ext>
            </a:extLst>
          </p:cNvPr>
          <p:cNvSpPr txBox="1"/>
          <p:nvPr/>
        </p:nvSpPr>
        <p:spPr>
          <a:xfrm>
            <a:off x="118872" y="151662"/>
            <a:ext cx="6483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Datawhale AILC 专题“领学一夏·学会与AI对话”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279172-85D7-051F-1AE5-D8A14BE2FFB3}"/>
              </a:ext>
            </a:extLst>
          </p:cNvPr>
          <p:cNvSpPr txBox="1"/>
          <p:nvPr/>
        </p:nvSpPr>
        <p:spPr>
          <a:xfrm>
            <a:off x="2962084" y="971943"/>
            <a:ext cx="6049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基于乳腺超声影像组学的良恶性分类实验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F5F415-F3D7-0AE6-189E-8AE2F443E9A7}"/>
              </a:ext>
            </a:extLst>
          </p:cNvPr>
          <p:cNvPicPr>
            <a:picLocks/>
          </p:cNvPicPr>
          <p:nvPr/>
        </p:nvPicPr>
        <p:blipFill>
          <a:blip r:embed="rId2"/>
          <a:srcRect b="32479"/>
          <a:stretch>
            <a:fillRect/>
          </a:stretch>
        </p:blipFill>
        <p:spPr>
          <a:xfrm>
            <a:off x="864108" y="1922919"/>
            <a:ext cx="10245852" cy="438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5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C0BB-69CE-6007-A10B-F5A93F4A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D6F3BB-FF77-F1B9-B79D-42878992119A}"/>
              </a:ext>
            </a:extLst>
          </p:cNvPr>
          <p:cNvPicPr>
            <a:picLocks/>
          </p:cNvPicPr>
          <p:nvPr/>
        </p:nvPicPr>
        <p:blipFill>
          <a:blip r:embed="rId2"/>
          <a:srcRect l="2025" t="4591"/>
          <a:stretch>
            <a:fillRect/>
          </a:stretch>
        </p:blipFill>
        <p:spPr>
          <a:xfrm>
            <a:off x="123444" y="2020824"/>
            <a:ext cx="11945112" cy="295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1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A62F-62D8-D969-18E6-3CD68185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89768AF-20AC-C69D-1F98-A653BF392D59}"/>
              </a:ext>
            </a:extLst>
          </p:cNvPr>
          <p:cNvSpPr txBox="1"/>
          <p:nvPr/>
        </p:nvSpPr>
        <p:spPr>
          <a:xfrm>
            <a:off x="139446" y="143002"/>
            <a:ext cx="769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0" dirty="0">
                <a:effectLst/>
                <a:latin typeface="Consolas" panose="020B0609020204030204" pitchFamily="49" charset="0"/>
              </a:rPr>
              <a:t>一、发散（Brainstorm）目标：帮助规划实验方案、提供可选思路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16A3C5-8993-4C40-1806-08B962EE9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58" y="512334"/>
            <a:ext cx="6976872" cy="630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81D2-068B-0321-1E5A-F35EDDA7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D39DE36-0B40-70BD-C117-01EF7BF3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1" y="796059"/>
            <a:ext cx="7157220" cy="526588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588A660-5A94-F462-668B-FE690438861E}"/>
              </a:ext>
            </a:extLst>
          </p:cNvPr>
          <p:cNvSpPr txBox="1"/>
          <p:nvPr/>
        </p:nvSpPr>
        <p:spPr>
          <a:xfrm>
            <a:off x="7810501" y="2743045"/>
            <a:ext cx="3841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AI 提供的是"模块“</a:t>
            </a:r>
            <a:endParaRPr lang="en-US" altLang="zh-CN" sz="2400" dirty="0"/>
          </a:p>
          <a:p>
            <a:r>
              <a:rPr lang="zh-CN" altLang="zh-CN" sz="2400" dirty="0"/>
              <a:t>机器学习流程中的不同环节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018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9107-736A-221A-D61D-ECC86870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2565C24-8A51-479E-DEFE-A3A6C746AA4C}"/>
              </a:ext>
            </a:extLst>
          </p:cNvPr>
          <p:cNvSpPr txBox="1"/>
          <p:nvPr/>
        </p:nvSpPr>
        <p:spPr>
          <a:xfrm>
            <a:off x="139446" y="143002"/>
            <a:ext cx="769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二、迭代（Refine）   目标：筛选真正适合课程实验的方案。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67A6FB-01FD-2A68-3603-BD946D16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18" y="827929"/>
            <a:ext cx="8147963" cy="539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7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2F2F-1773-86A2-2CD8-7E3B47B8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AD33CD-A368-B438-A1B2-2CE146891F6D}"/>
              </a:ext>
            </a:extLst>
          </p:cNvPr>
          <p:cNvSpPr txBox="1"/>
          <p:nvPr/>
        </p:nvSpPr>
        <p:spPr>
          <a:xfrm>
            <a:off x="314039" y="142732"/>
            <a:ext cx="2119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AI 是怎么做取舍的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5B472-87BC-DF71-20C6-CC571F3CF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758" y="2206252"/>
            <a:ext cx="3397837" cy="14970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C9F9DB-0744-9962-CA55-C897D809C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27" y="777595"/>
            <a:ext cx="7449312" cy="56868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E662D2-99BE-7DE5-E6C6-A9B36A9428AF}"/>
              </a:ext>
            </a:extLst>
          </p:cNvPr>
          <p:cNvSpPr txBox="1"/>
          <p:nvPr/>
        </p:nvSpPr>
        <p:spPr>
          <a:xfrm>
            <a:off x="8782524" y="3791635"/>
            <a:ext cx="2446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AI 并不是机械筛选，也结合医学机器学习实验的一般规范，对实验进行了适当补充。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272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DA4C-7188-72FF-31A6-56695684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5B64DDA-0289-CD6E-AAD1-66F7DC9A5CFB}"/>
              </a:ext>
            </a:extLst>
          </p:cNvPr>
          <p:cNvSpPr txBox="1"/>
          <p:nvPr/>
        </p:nvSpPr>
        <p:spPr>
          <a:xfrm>
            <a:off x="139446" y="143002"/>
            <a:ext cx="769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三、收敛（Decision）   目标：选出最终实施方案。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B4E971-E71F-E4FB-4075-A590A2404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5" y="551942"/>
            <a:ext cx="7524373" cy="616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5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38E7-066C-3955-B097-FBB460D2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84A96E-5B69-02BB-3D90-64D430BC1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385" y="1556701"/>
            <a:ext cx="4228248" cy="26861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CD6E938-BFA9-A63B-5178-A67C62FFC749}"/>
              </a:ext>
            </a:extLst>
          </p:cNvPr>
          <p:cNvSpPr txBox="1"/>
          <p:nvPr/>
        </p:nvSpPr>
        <p:spPr>
          <a:xfrm>
            <a:off x="8761846" y="448056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数据泄露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F2C69AE-2F55-198A-BD03-55576068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75" y="1116526"/>
            <a:ext cx="7014198" cy="462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A8254-3A78-ED9A-A76F-92C75896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D1BCDA4-0914-0871-1414-FEFB17F5A3FF}"/>
              </a:ext>
            </a:extLst>
          </p:cNvPr>
          <p:cNvSpPr txBox="1"/>
          <p:nvPr/>
        </p:nvSpPr>
        <p:spPr>
          <a:xfrm>
            <a:off x="139446" y="143002"/>
            <a:ext cx="769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四、深化（Implementation）  目标：把最终方案拆成可执行步骤。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2F48D2-9FBF-EA8E-15A0-249651BD3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1143938"/>
            <a:ext cx="11292840" cy="457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2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729C4-63CF-88DF-4691-DD5A4B80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0F1395-558C-B9BB-6868-C73EFB52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02" y="379474"/>
            <a:ext cx="5525498" cy="57606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0A9642-2D13-5B99-CF9E-B8C94BD1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567" y="379475"/>
            <a:ext cx="5230358" cy="57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3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D7743-91B2-3BA4-58DC-E03DDA92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409847-7A5B-5999-F617-BB640CE1FCB5}"/>
              </a:ext>
            </a:extLst>
          </p:cNvPr>
          <p:cNvSpPr txBox="1"/>
          <p:nvPr/>
        </p:nvSpPr>
        <p:spPr>
          <a:xfrm>
            <a:off x="3048762" y="2721114"/>
            <a:ext cx="6086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发散→筛选→决策→实施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6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256</Words>
  <Application>Microsoft Office PowerPoint</Application>
  <PresentationFormat>宽屏</PresentationFormat>
  <Paragraphs>12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Arial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xu</dc:creator>
  <cp:lastModifiedBy>ds xu</cp:lastModifiedBy>
  <cp:revision>2</cp:revision>
  <dcterms:created xsi:type="dcterms:W3CDTF">2026-07-23T02:36:26Z</dcterms:created>
  <dcterms:modified xsi:type="dcterms:W3CDTF">2026-07-23T02:54:22Z</dcterms:modified>
</cp:coreProperties>
</file>